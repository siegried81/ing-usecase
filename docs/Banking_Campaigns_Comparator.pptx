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Layouts/slideLayout12.xml" ContentType="application/vnd.openxmlformats-officedocument.presentationml.slideLayout+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3001"/>
    <p:sldId id="257" r:id="rId3002"/>
    <p:sldId id="258" r:id="rId3003"/>
    <p:sldId id="259" r:id="rId3004"/>
    <p:sldId id="260" r:id="rId3005"/>
    <p:sldId id="261" r:id="rId3006"/>
    <p:sldId id="262" r:id="rId3007"/>
    <p:sldId id="263" r:id="rId3008"/>
    <p:sldId id="264" r:id="rId3009"/>
    <p:sldId id="265" r:id="rId3010"/>
    <p:sldId id="266" r:id="rId3011"/>
    <p:sldId id="267" r:id="rId3012"/>
    <p:sldId id="268" r:id="rId3013"/>
    <p:sldId id="269" r:id="rId3014"/>
    <p:sldId id="270" r:id="rId3015"/>
    <p:sldId id="271" r:id="rId3016"/>
    <p:sldId id="272" r:id="rId3017"/>
    <p:sldId id="273" r:id="rId3018"/>
    <p:sldId id="274" r:id="rId3019"/>
    <p:sldId id="275" r:id="rId3020"/>
    <p:sldId id="276" r:id="rId3021"/>
    <p:sldId id="277" r:id="rId3022"/>
    <p:sldId id="278" r:id="rId3023"/>
    <p:sldId id="279" r:id="rId3024"/>
    <p:sldId id="280" r:id="rId3025"/>
    <p:sldId id="281" r:id="rId3026"/>
    <p:sldId id="282" r:id="rId3027"/>
    <p:sldId id="283" r:id="rId3028"/>
    <p:sldId id="284" r:id="rId3029"/>
    <p:sldId id="285" r:id="rId3030"/>
    <p:sldId id="286" r:id="rId3031"/>
    <p:sldId id="287" r:id="rId3032"/>
    <p:sldId id="288" r:id="rId3033"/>
    <p:sldId id="289" r:id="rId3034"/>
    <p:sldId id="290" r:id="rId3035"/>
    <p:sldId id="291" r:id="rId3036"/>
    <p:sldId id="292" r:id="rId3037"/>
    <p:sldId id="293" r:id="rId3038"/>
    <p:sldId id="294" r:id="rId3039"/>
    <p:sldId id="295" r:id="rId3040"/>
    <p:sldId id="296" r:id="rId30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5" d="100"/>
          <a:sy n="115" d="100"/>
        </p:scale>
        <p:origin x="39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4" Type="http://schemas.openxmlformats.org/officeDocument/2006/relationships/viewProps" Target="viewProps.xml"/><Relationship Id="rId33" Type="http://schemas.openxmlformats.org/officeDocument/2006/relationships/presProps" Target="presProps.xml"/><Relationship Id="rId1" Type="http://schemas.openxmlformats.org/officeDocument/2006/relationships/slideMaster" Target="slideMasters/slideMaster1.xml"/><Relationship Id="rId36" Type="http://schemas.openxmlformats.org/officeDocument/2006/relationships/tableStyles" Target="tableStyles.xml"/><Relationship Id="rId35" Type="http://schemas.openxmlformats.org/officeDocument/2006/relationships/theme" Target="theme/theme1.xml"/><Relationship Id="rId3001" Type="http://schemas.openxmlformats.org/officeDocument/2006/relationships/slide" Target="slides/slide1.xml"/><Relationship Id="rId3002" Type="http://schemas.openxmlformats.org/officeDocument/2006/relationships/slide" Target="slides/slide2.xml"/><Relationship Id="rId3003" Type="http://schemas.openxmlformats.org/officeDocument/2006/relationships/slide" Target="slides/slide3.xml"/><Relationship Id="rId3004" Type="http://schemas.openxmlformats.org/officeDocument/2006/relationships/slide" Target="slides/slide4.xml"/><Relationship Id="rId3005" Type="http://schemas.openxmlformats.org/officeDocument/2006/relationships/slide" Target="slides/slide9.xml"/><Relationship Id="rId3006" Type="http://schemas.openxmlformats.org/officeDocument/2006/relationships/slide" Target="slides/slide10.xml"/><Relationship Id="rId3007" Type="http://schemas.openxmlformats.org/officeDocument/2006/relationships/slide" Target="slides/slide36.xml"/><Relationship Id="rId3008" Type="http://schemas.openxmlformats.org/officeDocument/2006/relationships/slide" Target="slides/slide12.xml"/><Relationship Id="rId3009" Type="http://schemas.openxmlformats.org/officeDocument/2006/relationships/slide" Target="slides/slide32.xml"/><Relationship Id="rId3010" Type="http://schemas.openxmlformats.org/officeDocument/2006/relationships/slide" Target="slides/slide33.xml"/><Relationship Id="rId3011" Type="http://schemas.openxmlformats.org/officeDocument/2006/relationships/slide" Target="slides/slide34.xml"/><Relationship Id="rId3012" Type="http://schemas.openxmlformats.org/officeDocument/2006/relationships/slide" Target="slides/slide35.xml"/><Relationship Id="rId3013" Type="http://schemas.openxmlformats.org/officeDocument/2006/relationships/slide" Target="slides/slide37.xml"/><Relationship Id="rId3014" Type="http://schemas.openxmlformats.org/officeDocument/2006/relationships/slide" Target="slides/slide38.xml"/><Relationship Id="rId3015" Type="http://schemas.openxmlformats.org/officeDocument/2006/relationships/slide" Target="slides/slide39.xml"/><Relationship Id="rId3016" Type="http://schemas.openxmlformats.org/officeDocument/2006/relationships/slide" Target="slides/slide40.xml"/><Relationship Id="rId3017" Type="http://schemas.openxmlformats.org/officeDocument/2006/relationships/slide" Target="slides/slide41.xml"/><Relationship Id="rId3018" Type="http://schemas.openxmlformats.org/officeDocument/2006/relationships/slide" Target="slides/slide29.xml"/><Relationship Id="rId3019" Type="http://schemas.openxmlformats.org/officeDocument/2006/relationships/slide" Target="slides/slide31.xml"/><Relationship Id="rId3020" Type="http://schemas.openxmlformats.org/officeDocument/2006/relationships/slide" Target="slides/slide42.xml"/><Relationship Id="rId3021" Type="http://schemas.openxmlformats.org/officeDocument/2006/relationships/slide" Target="slides/slide43.xml"/><Relationship Id="rId3022" Type="http://schemas.openxmlformats.org/officeDocument/2006/relationships/slide" Target="slides/slide5.xml"/><Relationship Id="rId3023" Type="http://schemas.openxmlformats.org/officeDocument/2006/relationships/slide" Target="slides/slide6.xml"/><Relationship Id="rId3024" Type="http://schemas.openxmlformats.org/officeDocument/2006/relationships/slide" Target="slides/slide7.xml"/><Relationship Id="rId3025" Type="http://schemas.openxmlformats.org/officeDocument/2006/relationships/slide" Target="slides/slide8.xml"/><Relationship Id="rId3026" Type="http://schemas.openxmlformats.org/officeDocument/2006/relationships/slide" Target="slides/slide11.xml"/><Relationship Id="rId3027" Type="http://schemas.openxmlformats.org/officeDocument/2006/relationships/slide" Target="slides/slide15.xml"/><Relationship Id="rId3028" Type="http://schemas.openxmlformats.org/officeDocument/2006/relationships/slide" Target="slides/slide16.xml"/><Relationship Id="rId3029" Type="http://schemas.openxmlformats.org/officeDocument/2006/relationships/slide" Target="slides/slide17.xml"/><Relationship Id="rId3030" Type="http://schemas.openxmlformats.org/officeDocument/2006/relationships/slide" Target="slides/slide18.xml"/><Relationship Id="rId3031" Type="http://schemas.openxmlformats.org/officeDocument/2006/relationships/slide" Target="slides/slide19.xml"/><Relationship Id="rId3032" Type="http://schemas.openxmlformats.org/officeDocument/2006/relationships/slide" Target="slides/slide20.xml"/><Relationship Id="rId3033" Type="http://schemas.openxmlformats.org/officeDocument/2006/relationships/slide" Target="slides/slide21.xml"/><Relationship Id="rId3034" Type="http://schemas.openxmlformats.org/officeDocument/2006/relationships/slide" Target="slides/slide22.xml"/><Relationship Id="rId3035" Type="http://schemas.openxmlformats.org/officeDocument/2006/relationships/slide" Target="slides/slide23.xml"/><Relationship Id="rId3036" Type="http://schemas.openxmlformats.org/officeDocument/2006/relationships/slide" Target="slides/slide24.xml"/><Relationship Id="rId3037" Type="http://schemas.openxmlformats.org/officeDocument/2006/relationships/slide" Target="slides/slide25.xml"/><Relationship Id="rId3038" Type="http://schemas.openxmlformats.org/officeDocument/2006/relationships/slide" Target="slides/slide26.xml"/><Relationship Id="rId3039" Type="http://schemas.openxmlformats.org/officeDocument/2006/relationships/slide" Target="slides/slide27.xml"/><Relationship Id="rId3040" Type="http://schemas.openxmlformats.org/officeDocument/2006/relationships/slide" Target="slides/slide28.xml"/><Relationship Id="rId3041"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image" Target="../media/steph-image-1-1.png"/><Relationship Id="rId2" Type="http://schemas.openxmlformats.org/officeDocument/2006/relationships/image" Target="../media/steph-image-1-2.png"/><Relationship Id="rId3" Type="http://schemas.openxmlformats.org/officeDocument/2006/relationships/image" Target="../media/steph-image-1-3.png"/><Relationship Id="rId4" Type="http://schemas.openxmlformats.org/officeDocument/2006/relationships/image" Target="../media/steph-image-1-4.png"/><Relationship Id="rId5"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image" Target="../media/steph-image-2-1.png"/><Relationship Id="rId2" Type="http://schemas.openxmlformats.org/officeDocument/2006/relationships/image" Target="../media/steph-image-2-2.png"/><Relationship Id="rId3" Type="http://schemas.openxmlformats.org/officeDocument/2006/relationships/image" Target="../media/steph-image-2-3.png"/><Relationship Id="rId4" Type="http://schemas.openxmlformats.org/officeDocument/2006/relationships/image" Target="../media/steph-image-2-4.png"/><Relationship Id="rId5"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image" Target="../media/steph-image-4-1.png"/><Relationship Id="rId2" Type="http://schemas.openxmlformats.org/officeDocument/2006/relationships/image" Target="../media/steph-image-4-2.png"/><Relationship Id="rId3" Type="http://schemas.openxmlformats.org/officeDocument/2006/relationships/image" Target="../media/steph-image-4-3.png"/><Relationship Id="rId4" Type="http://schemas.openxmlformats.org/officeDocument/2006/relationships/image" Target="../media/steph-image-4-4.png"/><Relationship Id="rId5" Type="http://schemas.openxmlformats.org/officeDocument/2006/relationships/image" Target="../media/steph-image-4-5.png"/><Relationship Id="rId6"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image" Target="../media/steph-image-5-1.png"/><Relationship Id="rId2"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a:t>
            </a:r>
            <a:r>
              <a:rPr sz="1500" b="1" dirty="0">
                <a:solidFill>
                  <a:srgbClr val="FF0000"/>
                </a:solidFill>
                <a:latin typeface="Helvetica Neue"/>
              </a:rPr>
              <a:t>Where ING is below</a:t>
            </a:r>
          </a:p>
          <a:p>
            <a:pPr algn="l">
              <a:lnSpc>
                <a:spcPct val="105000"/>
              </a:lnSpc>
              <a:spcAft>
                <a:spcPts val="1000"/>
              </a:spcAft>
            </a:pPr>
            <a:r>
              <a:rPr sz="1300" b="0" dirty="0">
                <a:solidFill>
                  <a:srgbClr val="FF0000"/>
                </a:solidFill>
                <a:latin typeface="Helvetica Neue"/>
              </a:rPr>
              <a:t>     Animation: 0.33 vs peers 0.62 (-0.58 SD) — the one measured place ING sits below the set. Calls to action are NOT reportable on this capture and are withheld rather than reported: ING’s pack cards (Open ING Go / More / Extra) load client-side and are absent from the captured HTML, so any count measures our capture, not the page.</a:t>
            </a:r>
            <a:endParaRPr sz="1300" b="0" dirty="0">
              <a:solidFill>
                <a:srgbClr val="FF0000"/>
              </a:solidFill>
              <a:latin typeface="Helvetica Neue"/>
            </a:endParaRP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(52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gridCol w="1162304"/>
                <a:gridCol w="1162304"/>
                <a:gridCol w="1056640"/>
                <a:gridCol w="1901952"/>
                <a:gridCol w="3169920"/>
              </a:tblGrid>
              <a:tr h="359271">
                <a:tc>
                  <a:txBody>
                    <a:bodyPr/>
                    <a:lstStyle/>
                    <a:p>
                      <a:pPr algn="l" indent="0" marL="0">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algn="r" indent="0" marL="0">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algn="r" indent="0" marL="0">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algn="r" indent="0" marL="0">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algn="l" indent="0" marL="0">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algn="l" indent="0" marL="0">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r>
              <a:tr h="359271">
                <a:tc>
                  <a:txBody>
                    <a:bodyPr/>
                    <a:lstStyle/>
                    <a:p>
                      <a:pPr algn="l" indent="0" marL="0">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l" indent="0" marL="0">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l" indent="0" marL="0">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r>
              <a:tr h="359271">
                <a:tc>
                  <a:txBody>
                    <a:bodyPr/>
                    <a:lstStyle/>
                    <a:p>
                      <a:pPr algn="l" indent="0" marL="0">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585868"/>
                          </a:solidFill>
                          <a:latin typeface="Helvetica Neue"/>
                        </a:rPr>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r>
              <a:tr h="359271">
                <a:tc>
                  <a:txBody>
                    <a:bodyPr/>
                    <a:lstStyle/>
                    <a:p>
                      <a:pPr algn="l" indent="0" marL="0">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r>
              <a:tr h="359271">
                <a:tc>
                  <a:txBody>
                    <a:bodyPr/>
                    <a:lstStyle/>
                    <a:p>
                      <a:pPr algn="l" indent="0" marL="0">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585868"/>
                          </a:solidFill>
                          <a:latin typeface="Helvetica Neue"/>
                        </a:rPr>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r>
              <a:tr h="359271">
                <a:tc>
                  <a:txBody>
                    <a:bodyPr/>
                    <a:lstStyle/>
                    <a:p>
                      <a:pPr algn="l" indent="0" marL="0">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585868"/>
                          </a:solidFill>
                          <a:latin typeface="Helvetica Neue"/>
                        </a:rPr>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r>
              <a:tr h="359271">
                <a:tc>
                  <a:txBody>
                    <a:bodyPr/>
                    <a:lstStyle/>
                    <a:p>
                      <a:pPr algn="l" indent="0" marL="0">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l" indent="0" marL="0">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l" indent="0" marL="0">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r>
              <a:tr h="359271">
                <a:tc>
                  <a:txBody>
                    <a:bodyPr/>
                    <a:lstStyle/>
                    <a:p>
                      <a:pPr algn="l" indent="0" marL="0">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r" indent="0" marL="0">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algn="l" indent="0" marL="0">
                        <a:lnSpc>
                          <a:spcPts val="1820"/>
                        </a:lnSpc>
                        <a:buNone/>
                      </a:pPr>
                      <a:r>
                        <a:rPr lang="en-US" sz="1300" b="0" dirty="0">
                          <a:solidFill>
                            <a:srgbClr val="585868"/>
                          </a:solidFill>
                          <a:latin typeface="Helvetica Neue"/>
                        </a:rPr>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r>
              <a:tr h="359271">
                <a:tc>
                  <a:txBody>
                    <a:bodyPr/>
                    <a:lstStyle/>
                    <a:p>
                      <a:pPr algn="l" indent="0" marL="0">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r" indent="0" marL="0">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l" indent="0" marL="0">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algn="l" indent="0" marL="0">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p:txBody>
      </p:sp>
      <p:sp>
        <p:nvSpPr>
          <p:cNvPr id="9" name="Rect"/>
          <p:cNvSpPr/>
          <p:nvPr/>
        </p:nvSpPr>
        <p:spPr>
          <a:xfrm>
            <a:off x="4978400" y="1844001"/>
            <a:ext cx="12700" cy="254000"/>
          </a:xfrm>
          <a:prstGeom prst="rect">
            <a:avLst/>
          </a:prstGeom>
          <a:solidFill>
            <a:srgbClr val="A8A8B8"/>
          </a:solidFill>
          <a:ln>
            <a:noFill/>
          </a:ln>
        </p:spPr>
        <p:txBody>
          <a:bodyPr/>
          <a:lstStyle/>
          <a:p/>
        </p:txBody>
      </p:sp>
      <p:sp>
        <p:nvSpPr>
          <p:cNvPr id="10" name="Oval"/>
          <p:cNvSpPr/>
          <p:nvPr/>
        </p:nvSpPr>
        <p:spPr>
          <a:xfrm>
            <a:off x="4178300" y="1882101"/>
            <a:ext cx="177800" cy="177800"/>
          </a:xfrm>
          <a:prstGeom prst="ellipse">
            <a:avLst/>
          </a:prstGeom>
          <a:solidFill>
            <a:srgbClr val="FF6200"/>
          </a:solidFill>
          <a:ln>
            <a:noFill/>
          </a:ln>
        </p:spPr>
        <p:txBody>
          <a:bodyPr/>
          <a:lstStyle/>
          <a:p/>
        </p:txBody>
      </p:sp>
      <p:sp>
        <p:nvSpPr>
          <p:cNvPr id="11" name="Oval"/>
          <p:cNvSpPr/>
          <p:nvPr/>
        </p:nvSpPr>
        <p:spPr>
          <a:xfrm>
            <a:off x="7531100" y="1882101"/>
            <a:ext cx="177800" cy="177800"/>
          </a:xfrm>
          <a:prstGeom prst="ellipse">
            <a:avLst/>
          </a:prstGeom>
          <a:solidFill>
            <a:srgbClr val="14141C"/>
          </a:solidFill>
          <a:ln>
            <a:noFill/>
          </a:ln>
        </p:spPr>
        <p:txBody>
          <a:bodyPr/>
          <a:lstStyle/>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a:t>
            </a:r>
            <a:r>
              <a:rPr sz="1200" b="0">
                <a:solidFill>
                  <a:srgbClr val="14141C"/>
                </a:solidFill>
                <a:latin typeface="Helvetica Neue"/>
              </a:rPr>
              <a:t> vs </a:t>
            </a:r>
            <a:r>
              <a:rPr sz="1200" b="0">
                <a:solidFill>
                  <a:srgbClr val="FF6200"/>
                </a:solidFill>
                <a:latin typeface="Helvetica Neue"/>
              </a:rPr>
              <a:t>−0.52</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Call-to-action contrast</a:t>
            </a:r>
          </a:p>
        </p:txBody>
      </p:sp>
      <p:sp>
        <p:nvSpPr>
          <p:cNvPr id="14" name="Rect"/>
          <p:cNvSpPr/>
          <p:nvPr/>
        </p:nvSpPr>
        <p:spPr>
          <a:xfrm>
            <a:off x="3606800" y="2498051"/>
            <a:ext cx="4826000" cy="12700"/>
          </a:xfrm>
          <a:prstGeom prst="rect">
            <a:avLst/>
          </a:prstGeom>
          <a:solidFill>
            <a:srgbClr val="D8D8E0"/>
          </a:solidFill>
          <a:ln>
            <a:noFill/>
          </a:ln>
        </p:spPr>
        <p:txBody>
          <a:bodyPr/>
          <a:lstStyle/>
          <a:p/>
        </p:txBody>
      </p:sp>
      <p:sp>
        <p:nvSpPr>
          <p:cNvPr id="15" name="Rect"/>
          <p:cNvSpPr/>
          <p:nvPr/>
        </p:nvSpPr>
        <p:spPr>
          <a:xfrm>
            <a:off x="4978400" y="2377401"/>
            <a:ext cx="12700" cy="254000"/>
          </a:xfrm>
          <a:prstGeom prst="rect">
            <a:avLst/>
          </a:prstGeom>
          <a:solidFill>
            <a:srgbClr val="A8A8B8"/>
          </a:solidFill>
          <a:ln>
            <a:noFill/>
          </a:ln>
        </p:spPr>
        <p:txBody>
          <a:bodyPr/>
          <a:lstStyle/>
          <a:p/>
        </p:txBody>
      </p:sp>
      <p:sp>
        <p:nvSpPr>
          <p:cNvPr id="16" name="Oval"/>
          <p:cNvSpPr/>
          <p:nvPr/>
        </p:nvSpPr>
        <p:spPr>
          <a:xfrm>
            <a:off x="4425950" y="2415501"/>
            <a:ext cx="177800" cy="177800"/>
          </a:xfrm>
          <a:prstGeom prst="ellipse">
            <a:avLst/>
          </a:prstGeom>
          <a:solidFill>
            <a:srgbClr val="FF6200"/>
          </a:solidFill>
          <a:ln>
            <a:noFill/>
          </a:ln>
        </p:spPr>
        <p:txBody>
          <a:bodyPr/>
          <a:lstStyle/>
          <a:p/>
        </p:txBody>
      </p:sp>
      <p:sp>
        <p:nvSpPr>
          <p:cNvPr id="17" name="Oval"/>
          <p:cNvSpPr/>
          <p:nvPr/>
        </p:nvSpPr>
        <p:spPr>
          <a:xfrm>
            <a:off x="6451600" y="2415501"/>
            <a:ext cx="177800" cy="177800"/>
          </a:xfrm>
          <a:prstGeom prst="ellipse">
            <a:avLst/>
          </a:prstGeom>
          <a:solidFill>
            <a:srgbClr val="14141C"/>
          </a:solidFill>
          <a:ln>
            <a:noFill/>
          </a:ln>
        </p:spPr>
        <p:txBody>
          <a:bodyPr/>
          <a:lstStyle/>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+1.13</a:t>
            </a:r>
            <a:r>
              <a:rPr sz="1200" b="0">
                <a:solidFill>
                  <a:srgbClr val="14141C"/>
                </a:solidFill>
                <a:latin typeface="Helvetica Neue"/>
              </a:rPr>
              <a:t> vs </a:t>
            </a:r>
            <a:r>
              <a:rPr sz="1200" b="0">
                <a:solidFill>
                  <a:srgbClr val="FF6200"/>
                </a:solidFill>
                <a:latin typeface="Helvetica Neue"/>
              </a:rPr>
              <a:t>−0.34</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3031451"/>
            <a:ext cx="4826000" cy="12700"/>
          </a:xfrm>
          <a:prstGeom prst="rect">
            <a:avLst/>
          </a:prstGeom>
          <a:solidFill>
            <a:srgbClr val="D8D8E0"/>
          </a:solidFill>
          <a:ln>
            <a:noFill/>
          </a:ln>
        </p:spPr>
        <p:txBody>
          <a:bodyPr/>
          <a:lstStyle/>
          <a:p/>
        </p:txBody>
      </p:sp>
      <p:sp>
        <p:nvSpPr>
          <p:cNvPr id="21" name="Rect"/>
          <p:cNvSpPr/>
          <p:nvPr/>
        </p:nvSpPr>
        <p:spPr>
          <a:xfrm>
            <a:off x="4978400" y="2910801"/>
            <a:ext cx="12700" cy="254000"/>
          </a:xfrm>
          <a:prstGeom prst="rect">
            <a:avLst/>
          </a:prstGeom>
          <a:solidFill>
            <a:srgbClr val="A8A8B8"/>
          </a:solidFill>
          <a:ln>
            <a:noFill/>
          </a:ln>
        </p:spPr>
        <p:txBody>
          <a:bodyPr/>
          <a:lstStyle/>
          <a:p/>
        </p:txBody>
      </p:sp>
      <p:sp>
        <p:nvSpPr>
          <p:cNvPr id="22" name="Oval"/>
          <p:cNvSpPr/>
          <p:nvPr/>
        </p:nvSpPr>
        <p:spPr>
          <a:xfrm>
            <a:off x="4140200" y="2948901"/>
            <a:ext cx="177800" cy="177800"/>
          </a:xfrm>
          <a:prstGeom prst="ellipse">
            <a:avLst/>
          </a:prstGeom>
          <a:solidFill>
            <a:srgbClr val="FF6200"/>
          </a:solidFill>
          <a:ln>
            <a:noFill/>
          </a:ln>
        </p:spPr>
        <p:txBody>
          <a:bodyPr/>
          <a:lstStyle/>
          <a:p/>
        </p:txBody>
      </p:sp>
      <p:sp>
        <p:nvSpPr>
          <p:cNvPr id="23" name="Oval"/>
          <p:cNvSpPr/>
          <p:nvPr/>
        </p:nvSpPr>
        <p:spPr>
          <a:xfrm>
            <a:off x="6064250" y="2948901"/>
            <a:ext cx="177800" cy="177800"/>
          </a:xfrm>
          <a:prstGeom prst="ellipse">
            <a:avLst/>
          </a:prstGeom>
          <a:solidFill>
            <a:srgbClr val="14141C"/>
          </a:solidFill>
          <a:ln>
            <a:noFill/>
          </a:ln>
        </p:spPr>
        <p:txBody>
          <a:bodyPr/>
          <a:lstStyle/>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a:t>
            </a:r>
            <a:r>
              <a:rPr sz="1200" b="0">
                <a:solidFill>
                  <a:srgbClr val="14141C"/>
                </a:solidFill>
                <a:latin typeface="Helvetica Neue"/>
              </a:rPr>
              <a:t>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1883664"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1000"/>
              </a:spcAft>
            </a:pPr>
            <a:r>
              <a:rPr sz="1300" b="0" dirty="0">
                <a:solidFill>
                  <a:srgbClr val="FF0000"/>
                </a:solidFill>
                <a:latin typeface="Helvetica Neue"/>
              </a:rPr>
              <a:t>     Not yet verified against specific ING pages — confirm before presenting as a claim, not context.</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indent="0" marL="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algn="r" indent="0" marL="0">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r>
          <p:cNvPicPr>
            <a:picLocks noChangeAspect="1"/>
          </p:cNvPicPr>
          <p:nvPr/>
        </p:nvPicPr>
        <p:blipFill>
          <a:blip r:embed="rId1"/>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indent="0" marL="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r>
          <p:cNvPicPr>
            <a:picLocks noChangeAspect="1"/>
          </p:cNvPicPr>
          <p:nvPr/>
        </p:nvPicPr>
        <p:blipFill>
          <a:blip r:embed="rId2"/>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r>
          <p:cNvPicPr>
            <a:picLocks noChangeAspect="1"/>
          </p:cNvPicPr>
          <p:nvPr/>
        </p:nvPicPr>
        <p:blipFill>
          <a:blip r:embed="rId3"/>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r>
          <p:cNvPicPr>
            <a:picLocks noChangeAspect="1"/>
          </p:cNvPicPr>
          <p:nvPr/>
        </p:nvPicPr>
        <p:blipFill>
          <a:blip r:embed="rId4"/>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indent="0" marL="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indent="0" marL="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algn="r" indent="0" marL="0">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r>
          <p:cNvPicPr>
            <a:picLocks noChangeAspect="1"/>
          </p:cNvPicPr>
          <p:nvPr/>
        </p:nvPicPr>
        <p:blipFill>
          <a:blip r:embed="rId1"/>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indent="0" marL="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r>
          <p:cNvPicPr>
            <a:picLocks noChangeAspect="1"/>
          </p:cNvPicPr>
          <p:nvPr/>
        </p:nvPicPr>
        <p:blipFill>
          <a:blip r:embed="rId2"/>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r>
          <p:cNvPicPr>
            <a:picLocks noChangeAspect="1"/>
          </p:cNvPicPr>
          <p:nvPr/>
        </p:nvPicPr>
        <p:blipFill>
          <a:blip r:embed="rId3"/>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r>
          <p:cNvPicPr>
            <a:picLocks noChangeAspect="1"/>
          </p:cNvPicPr>
          <p:nvPr/>
        </p:nvPicPr>
        <p:blipFill>
          <a:blip r:embed="rId4"/>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indent="0" marL="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algn="r" indent="0" marL="0">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indent="0" marL="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indent="0" marL="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indent="0" marL="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indent="0" marL="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indent="0" marL="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indent="0" marL="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indent="0" marL="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indent="0" marL="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indent="0" marL="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indent="0" marL="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indent="0" marL="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indent="0" marL="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indent="0" marL="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indent="0" marL="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indent="0" marL="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indent="0" marL="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indent="0" marL="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algn="r" indent="0" marL="0">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r>
          <p:cNvPicPr>
            <a:picLocks noChangeAspect="1"/>
          </p:cNvPicPr>
          <p:nvPr/>
        </p:nvPicPr>
        <p:blipFill>
          <a:blip r:embed="rId1"/>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r>
          <p:cNvPicPr>
            <a:picLocks noChangeAspect="1"/>
          </p:cNvPicPr>
          <p:nvPr/>
        </p:nvPicPr>
        <p:blipFill>
          <a:blip r:embed="rId2"/>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indent="0" marL="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r>
          <p:cNvPicPr>
            <a:picLocks noChangeAspect="1"/>
          </p:cNvPicPr>
          <p:nvPr/>
        </p:nvPicPr>
        <p:blipFill>
          <a:blip r:embed="rId3"/>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r>
          <p:cNvPicPr>
            <a:picLocks noChangeAspect="1"/>
          </p:cNvPicPr>
          <p:nvPr/>
        </p:nvPicPr>
        <p:blipFill>
          <a:blip r:embed="rId4"/>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r>
          <p:cNvPicPr>
            <a:picLocks noChangeAspect="1"/>
          </p:cNvPicPr>
          <p:nvPr/>
        </p:nvPicPr>
        <p:blipFill>
          <a:blip r:embed="rId5"/>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indent="0" marL="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indent="0" marL="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indent="0" marL="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indent="0" marL="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algn="r" indent="0" marL="0">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r>
          <p:cNvPicPr>
            <a:picLocks noChangeAspect="1"/>
          </p:cNvPicPr>
          <p:nvPr/>
        </p:nvPicPr>
        <p:blipFill>
          <a:blip r:embed="rId1"/>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indent="0" marL="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r>
              <a:rPr sz="2000" b="0">
                <a:solidFill>
                  <a:srgbClr val="D8D8E0"/>
                </a:solidFill>
                <a:latin typeface="Helvetica Neue"/>
              </a:rPr>
              <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
            </a:r>
          </a:p>
          <a:p>
            <a:pPr algn="l">
              <a:lnSpc>
                <a:spcPct val="105000"/>
              </a:lnSpc>
              <a:spcAft>
                <a:spcPts val="400"/>
              </a:spcAft>
            </a:pPr>
            <a:r>
              <a:rPr sz="1300" b="0" dirty="0">
                <a:solidFill>
                  <a:srgbClr val="A8A8B8"/>
                </a:solidFill>
                <a:latin typeface="Helvetica Neue"/>
              </a:rPr>
              <a:t/>
            </a:r>
            <a:r>
              <a:rPr sz="1300" b="0" dirty="0" err="1">
                <a:solidFill>
                  <a:srgbClr val="A8A8B8"/>
                </a:solidFill>
                <a:latin typeface="Helvetica Neue"/>
              </a:rPr>
              <a:t/>
            </a:r>
            <a:r>
              <a:rPr sz="1300" b="0" dirty="0">
                <a:solidFill>
                  <a:srgbClr val="A8A8B8"/>
                </a:solidFill>
                <a:latin typeface="Helvetica Neue"/>
              </a:rPr>
              <a:t/>
            </a:r>
          </a:p>
          <a:p>
            <a:pPr algn="l">
              <a:lnSpc>
                <a:spcPct val="105000"/>
              </a:lnSpc>
              <a:spcAft>
                <a:spcPts val="400"/>
              </a:spcAft>
            </a:pPr>
            <a:r>
              <a:rPr sz="1300" b="0" dirty="0">
                <a:solidFill>
                  <a:srgbClr val="A8A8B8"/>
                </a:solidFill>
                <a:latin typeface="Helvetica Neue"/>
              </a:rPr>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145</TotalTime>
  <Words>3448</Words>
  <Application>Microsoft Office PowerPoint</Application>
  <PresentationFormat>Widescreen</PresentationFormat>
  <Paragraphs>231</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2</cp:revision>
  <dcterms:created xsi:type="dcterms:W3CDTF">2013-01-27T09:14:16Z</dcterms:created>
  <dcterms:modified xsi:type="dcterms:W3CDTF">2026-09-23T11:08:35Z</dcterms:modified>
  <cp:category/>
</cp:coreProperties>
</file>