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Banking Campaigns Comparator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How Belgian banks communicate similar products differently,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and what ING can learn from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Two-week proof of concept for ING DACI / Customer AI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Siegried (marketing framework) · Dan (collection, extraction) · Stephane (analysis, GenAI)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14 – 25 September 2026 · 14 banks · 16 current-account pages · 104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brief, and the constraint that shapes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Compare how Belgian banks communicate comparable products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Campaign pages only: the open web, one language, one product family at a time.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Turn that comparison into advice ING can act 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Measured differences, argued from named features — not opinion dressed as data.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hard constraint: no performance data exists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 clicks, no conversions, no sales. So nothing here may claim that a design choice caused an outcome.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Therefore every recommendation is a hypothesis to test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project's value is a defensible, repeatable measurement — and an honest statement of its limits.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This single constraint drives the guardrails you will see on every slide that follows.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we built,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measurement pipeline: 14 banks, 16 current-account pages, 104 declared features, one frozen contract.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scoring workflow: automatic extraction, model-assisted extraction, and a human rubric for the 13 judgement features.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An analysis library: positioning, similarity, category comparison, AI score, cross-sell, plus generated limitations.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One web UI with ten tabs: four business views (Analysis, Trends, Reputation, Recommendations), the generated-site builder, and six read-only operator views carried over from the Streamlit dashboard.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optional signals, both fenced off from the performance claim: search interest, and news themes.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generated ING website: ten pages built from the selected recommendations, in ING's house style.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Each of those pieces is the next few slides; the pipeline diagram overleaf is the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direction, five stages. Every arrow is a script that can be re-run; the guardrail band holds at every stage.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 library with no I/O assumptions, thin CLI wrappers, and two callers — so no figure has a second definition.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How a number earns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feature declares how it was produced, and that label travels all the way to the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feature dictionary is the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104 features, each declaring three things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how it was extracted (automatic / rubric / model-assisted / derived), how it may be compared, and whether it is core or extended.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Everything else is derived from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dataset schema, the validator and the published feature dictionary are generated from the same YAML, so they cannot drift apart.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freeze rule: add, never rename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After the Day 2 freeze, columns may be added; renames and removals need all three of us, because analysis code depends on them.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checks, deliberately different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byte-equality test catches an accidental edit; the semantic freeze check catches a rename that happens to keep the bytes matching.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It grew twice, legitimately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3 features added after the freeze, and the bank list extended to 12 values — both additions, both recorded.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Collection and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robots.txt is checked live before every fetch, and fails closed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If robots.txt cannot be read, the URL is treated as not allowed. Every row carries robots_allowed; the validator refuses a row where it is false.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Pages are rendered, not just downloaded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headless browser reads the page as a visitor sees it, which also fills the geometry features — page height, above-fold elements, image area.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quality gate judges the capture, not just the numbers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early captures passed every range check while being an empty JavaScript shell and a maintenance notice. capture_quality now travels with the row.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When a site will not serve us, a person saves the page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blocks automated traffic (HTTP 503) and Revolut's headless render is refused; the importer takes a browser-saved page, re-checks robots, and marks it manual_capture.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dataset behind this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16 pages, 14 banks, 30 comparable features, nothing excluded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Argenta · Belfius · Beobank · BNP Paribas Fortis · bunq · CBC · Crelan · Hellobank · ING · KBC · Keytrade · N26 · Revolut · Vdk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Collected in Belgian French, for comparability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Word counts and readability are within-language features; mixing languages would silently drop eight of them from every comparison.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Split for like-for-like comparison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10 traditional banks and 4 challengers, compared one product family at a time — a mortgage page and a current-account page differ because the products differ.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dataset is not in git; the contract is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Snapshots and datasets are gitignored — reproducible from the stored HTML, but never mistaken for committed truth.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A snapshot is the honest shape for a finding: true for one dataset, one capture date, one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Rubric scoring: people, plus a model as a third rater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features are judgements, not measurements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Clarity of the offer, layout archetype, AIDA coverage, persuasion levers — scored against a written scale, one sheet per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independent humans now overlap on 10 pages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Siegried has scored 25 pages and Dan 11, and 10 of Dan's 11 scored pages also carry a Siegried score — so the agreement figure finally measures two people, not one person against a model.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Stephane's 9 are machine-proposed and adopted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vision model proposed them from the screenshots and Stephane accepted them; the sheet's notes column says so, and they are not counted as an independent human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Agreement is measurable for all 13 features, over 9 to 15 pages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Six sit below the module's 60% bar — aida desire 0.00, persuasion levers 0.11, accent locations 0.20, rate prominence 0.27, text-image layout 0.50, and attention 0.55 — so the remaining work is wording, not coverage.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model still writes to its own sheet, never a pre-filled one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pre-filled sheet gets rubber-stamped, and the agreement figure would then measure how persuasive the model was, not how well two people agree.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Analysis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Scope, focus and the verdict above the first number — the reader cannot see a figure without seeing what it covers.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the analysis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ING sits with the traditional banks, not the challengers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Traditional↔challenger positioning score 0.209 across 14 banks, and its nearest neighbour is Belfius.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furthest above its peers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Figures quoted: 25.5 vs peers 12.2 (+1.62 SD) · Designed mobile-first: 1.0 vs 0.38 (+1.29 SD, rubric) · Targeting students: 1.0 vs 0.38 (+1.26 SD) · The offer feels worth having: 1.0 vs 0.43 (+1.15 SD, rubric) · AIDA completeness: 3.5 vs 2.7 (+1.12 SD, rubric).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below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Calls to action: 2.0 vs peers 13.4 (-1.06 SD) — the largest negative gap, and the fewest distinct next steps in the market.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What separates the two groups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Traditional pages are brighter (d = -2.81) and show more without scrolling (d = -2.10); challengers are far likelier to frame the account as a subscription, to target expats, and to show a rate (each d = +1.87).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Read as description, not proof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These are descriptive effect sizes over 14 banks, not significance tests — and the rubric-sourced ones moved when the second human sheet was folded in, which is the point of measuring 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Trends tab: search interest as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Five years of weekly search interest per bank and product, Dan's flagged spikes, and the campaigns matched to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Trends: a guardrail with teeth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It measures what people searched for — never what a campaign achieved.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refuses to emit a per-page number, because a per-page column would end up regressed against page features and called performance.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tab carries the sentence itself, so no view can drop the caveat.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Recommendations may use a slice of it for timing and focus — those are marked as trends-based, kept in their own group, and forbidden from citing a page feature as evidence.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Absent Dan's export, the tab shows an empty state and nothing else is affected.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Reputation tab: what each bank is in the news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rep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Headline themes — innovation, crisis, results — counted, never scored for sentiment. Two news providers are merged, in three languages.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Reputation: themes, not sentiment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Sentiment scoring was out of scope; themes turn the brief's own 'reputation, innovations, crises' framing into a closed, countable list.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similarly named providers are supported at once (newsapi.org and newsapi.ai); headlines from both are merged and de-duplicated.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provider is queried in English, French and Dutch — Belgian bank news is mostly not in English.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degrades to 'not configured' when no key is present, rather than inventing a number for a bank it has no data 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Themes are context about the bank, never evidence about the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Recommendations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The one place a model is allowed to opine: advice grounded in this run's numbers, each item shown next to the features it was argued from, and selectable.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Recommendations, and how they stay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recommendation names the measured features it was argued from; an invented feature id is dropped before the list is shown.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second, opt-in group can be added from search-interest context.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Those carry basis='trends' and a market context, render in their own visually separated group, and may not cite a page feature as evidence.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reader ticks the ones worth building; only the ticked subset reaches the site builder.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Nothing here re-runs collection or analysis — it reads one report and writes advice.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generated ING website, with explanations 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site_explanatio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section that implements a recommendation is boxed; the (i) button opens the reasoning above it, and that section's glow switches to a slow yellow flicker.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Explanation mode: showing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Tick 'Explain each section' and every generated section that acts on a recommendation is boxed, with an (i) button and a one-sentence rationale in the page language.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Yellow flicker while an explanation is open — deliberately not ING orange, so the explanation state cannot be mistaken for the brand treatment.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switch above the site turns the whole layer off, and the choice is remembered across the ten pages — so the same site can be shown as a normal site.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page gets at least one box; pages no recommendation targets borrow the site-wide advice that applies.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first explained run produced copy about the recommendations themselves, so the page prompt now forbids meta copy and confines 'why' to the rationale.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same site, explanations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site_explai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checkbox above the site hides every box, balloon and rationale — the identical pages, shown as a normal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operator tabs, and what they refuse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Six read-only views, moved out of the Streamlit dashboard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Home, Bank profiles, Data, Rubric, Collection and Research now render in the same UI as the findings, from one snapshot the exporter writes: operations.json.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pipeline control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Collection is slow and needs a job model, and the robots.txt gate must stay server-side and non-overridable — so there is no 'run collection' button in a browser.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dataset or dictionary editing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dictionary is the frozen contract (P-04); a form that edited it would undo the freeze rule, and a form that edited an extracted feature would destroy its audit trail.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live scoring screen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Rubric tab shows finished sheets only. A screen that displayed a rater's neighbours would make the agreement figure measure visibility, not independent judgement (NFR-05).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One direction only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UI does no arithmetic: every number is computed in Python and handed over already labelled, so no figure on screen has a second definition.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The Streamlit file stays in the repository for share.streamlit.io; it is no longer the only place these views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Home: what was collected, and what comes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Four counts from the run, the validation verdict, every bank's status, and a download per deliverable.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Bank profiles: one bank, every measured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Palette, tone, imagery, layout, value proposition, the z-score signature, personas and the AI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Data: the dataset and the frozen dictionary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capture with its provenance, filterable and exportable, read against the 104-feature dictionary.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Rubric: the sheets, and where they disagree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ru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sheet, raw agreement, chance-corrected kappa, and the scoring guide — never merged into one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Collection: status, provenance and 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Counts straight from the export, per-bank status, capture provenance, and the commands that produced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Research: sourcing a claim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re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Semantic Scholar, on demand. Empty is reported as empty — a rate limit must not read as 'no evidence'.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this cannot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performance data exists here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Nothing links a design choice to a click, a conversion or a sale. Every recommendation is a hypothesis ING could test.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Small groups, by design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Four challengers against ten traditional banks, and most banks contribute a single page — so a group mean is an anecdote and an effect size describes separation, not significance.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judgement features are thinner than they look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humans overlap on only 10 pages, Stephane's 9 were machine-proposed and adopted, and six of the thirteen features sit below the agreement bar — so a finding resting on persuasion levers or accent placement is a hypothesis.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Search interest is context, and covers part of the market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measures what people searched for, not what a campaign achieved, and the pages captured are today's pages.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the open web is covered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Social, in-app and email banners are out of scope — and may be where a bank's real communication happens.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outputs/limitations.md is regenerated from the dataset on every run, so these cannot quietly go stale.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1. Turn the rubric into a number you can quote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humans now overlap on 10 pages; extend that to every bank in scope, and tighten the wording for the six features below the 60% bar before any judged feature carries a finding.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2. Score the six new banks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CBC, Keytrade, BNP's pages and the restored Belfius and Revolut need rubric sheets, so every bank in the comparison carries a judged layer rather than blanks.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3. Re-run and re-export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rubric_sheet.py merge → run_analysis.py → export_web_report.py, then re-verify the narrative's figures against the new snapshot.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4. Decide on outputs/ in git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is regenerated on every run yet tracked, so each analysis leaves a large binary diff.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5. Then, if the team wants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More product families (savings, mortgage) compared the same way, and a wider bank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Measure one way. Label the trust. Claim only what the data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The pipeline, the contract and the guardrails are in the repository: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README.md · docs/design.md · docs/pipeline.md · web/README.md · docs/decisions.md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