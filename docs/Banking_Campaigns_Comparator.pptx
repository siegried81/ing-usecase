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GenAI)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14 – 25 September 2026 · 11 banks · 13 current-account pages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measurement pipeline: 11 banks, 13 current-account pages,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business surfaces: a React web UI (Analysis, Trends, Reputation, Recommendations) and a Streamlit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recommendations, in ING's house style.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pages, 11 banks, 25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Argenta · Belfius · Beobank · bunq · Crelan · Hellobank · ING · KBC · N26 · Revolut · Vdk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Collected in Belgian French, for comparability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Word counts and readability are within-language features; mixing languages would silently drop eight of them from every comparison.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7 traditional banks and 3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dataset is not in git; the contract is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Snapshots and datasets are gitignored — reproducible from the stored HTML, but never mistaken for committed truth.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Siegried has scored all 23 pages; Stephane now has 9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Stephane's were proposed by a vision model over the screenshots and adopted, and the sheet's notes column says so. Dan is still at 0/23.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10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module flags three as below its 60% bar — persuasion levers 0.14, accent locations 0.33, text-image layout 0.56 — and says to tighten the wording before trusting them in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Traditional↔challenger positioning score 0.131 on the current dataset.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Figures quoted: 25.5 vs peers 12.1 (+1.61 SD) · Targeting students: 1.0 vs 0.3 (+1.53 SD) · Clarity of the offer: 5.0 vs 3.8 (+1.30 SD, rubric-sourced).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Calls to action: 3.0 vs peers 13.75 (-0.95 SD), and no comparison table where peers average 0.4.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People present (d = -2.71, traditional higher), subscription framing and showing a rate (both d = +2.71, challenger higher), share of page that is imagery (d = +2.10).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With eleven banks these are descriptive effect sizes, not significance tests — and the rubric-sourced ones moved when the second sheet was folded in, which is the point of measuring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Trends tab: search interest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Five years of weekly search interest per bank and product, Dan's flagged spikes, and the campaigns matched to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Trends: a guardrail with teeth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It measures what people searched for — never what a campaign achieved.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refuses to emit a per-page number, because a per-page column would end up regressed against page features and called performance.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tab carries the sentence itself, so no view can drop the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Recommendations may use a slice of it for timing and focus — those are marked as trends-based, kept in their own group, and forbidden from citing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Absent Dan's export, the tab shows an empty state and nothing else is 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about the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search-interest context.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Those carry basis='trends' and a market context, render in their own visually separated group, and may not cite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section that implements a recommendation is boxed;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Three challengers against seven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 covers all 23 pages, Stephane's 9 were machine-proposed and adopted, Dan's are empty — and three of the 13 features fall below the agreement bar, so anything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Finish the rubric properly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Dan's sheet, the 14 pages whose screenshots are missing, and a genuinely independent second human — an adopted machine sheet measures the model, not agreement.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Recover the two blocked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and Revolut via the manual-capture path, so the challenger side is not carried by two banks.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More product families (savings, mortgage) compared the same way, and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