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GenAI)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14 – 25 September 2026 · 14 banks · 16 current-account pages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measurement pipeline: 14 banks, 16 current-account pages,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Streamlit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recommendations, in ING's house style.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16 pages, 14 banks, 30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Argenta · Belfius · Beobank · BNP Paribas Fortis · bunq · CBC · Crelan · Hellobank · ING · KBC · Keytrade · N26 · Revolut · Vdk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Collected in Belgian French, for comparability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Word counts and readability are within-language features; mixing languages would silently drop eight of them from every comparison.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dataset is not in git; the contract is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Snapshots and datasets are gitignored — reproducible from the stored HTML, but never mistaken for committed truth.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independent humans now overlap on 11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 has scored 25 pages and Dan 11, and the two sheets share all 11 of Dan's — so the agreement figure finally measures two people, not one person against a model.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Stephane's 9 are machine-proposed and adopted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vision model proposed them from the screenshots and Stephane accepted them; the sheet's notes column says so, and they are not counted as an independent human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11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Six sit below the module's 60% bar — aida desire 0.00, persuasion levers 0.11, accent locations 0.20, rate prominence 0.27, text-image layout 0.50, and attention 0.55 — so the remaining work is wording, not coverage.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Traditional↔challenger positioning score 0.211 across 14 banks, and its nearest neighbour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Figures quoted: 25.5 vs peers 12.2 (+1.62 SD) · Targeting students: 1.0 vs 0.38 (+1.26 SD) · Clarity of the offer: 4.0 vs 3.5 (+1.00 SD, rubric-sourced) · Designed mobile-first: 1.0 vs 0.5 (+1.00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Calls to action: 2.0 vs peers 13.4 (-1.06 SD) — the largest negative gap, and the fewest distinct next steps in the market.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 pages are brighter (d = -2.81) and show more without scrolling (d = -2.10); challengers are far likelier to frame the account as a subscription, to target expats, and to show a rate (each d = +1.87).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 — and the rubric-sourced ones moved when the second human sheet was folded in, which is the point of measuring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Trends tab: search interest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Five years of weekly search interest per bank and product, Dan's flagged spikes, and the campaigns matched to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Trends: a guardrail with teeth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It measures what people searched for — never what a campaign achieved.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refuses to emit a per-page number, because a per-page column would end up regressed against page features and called performance.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tab carries the sentence itself, so no view can drop the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Recommendations may use a slice of it for timing and focus — those are marked as trends-based, kept in their own group, and forbidden from citing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Absent Dan's export, the tab shows an empty state and nothing else is 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about the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search-interest context.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Those carry basis='trends' and a market context, render in their own visually separated group, and may not cite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section that implements a recommendation is boxed;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humans overlap on only 11 pages, Stephane's 9 were machine-proposed and adopted, and six of the thirteen features sit below the agreement bar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humans now overlap on 11 pages; extend that to every bank in scope,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Score the six new banks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CBC, Keytrade, BNP's pages and the restored Belfius and Revolut need rubric sheets, so every bank in the comparison carries a judged layer rather than blanks.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More product families (savings, mortgage) compared the same way, and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