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GenAI)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14 – 25 September 2026 · 14 banks · 18 current-account pages of 52 collected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measurement pipeline: 14 banks, 52 pages across 6 product families (18 of them current-account),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Streamlit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recommendations, in ING's house style.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18 pages, 14 banks, 30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Argenta · Belfius · Beobank · BNP Paribas Fortis · bunq · CBC · Crelan · Hellobank · ING · KBC · Keytrade · N26 · Revolut · Vdk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Mostly Belgian French — plus two English pages and one Dutch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Word counts and readability are within-language features, so with more than one language present the comparison drops eight of them rather than compare across languages. English was restored on 23/09, after a re-collection had silently lost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dataset is in git, alongside the contract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Captures, datasets and outputs are tracked, so any figure on a slide traces back to the exact committed run that produced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Three independent human raters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Siegried, Dan and Stephane each keep their own sheet, split two-raters-per-bank rather than all three scoring all 52 pages. Per-rater counts move within the day; data/rubric/*_scores.csv is the live figure.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Stephane's sheet is independent since 22/09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was machine-proposed and adopted until then. Checked directly on 22/09: none of his 13 overlapping pages match the model's output, so he now counts as an independent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15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Six sit below the module's 60% bar — aida desire 0.00, persuasion levers 0.11, accent locations 0.20, rate prominence 0.27, text-image layout 0.50, and attention 0.55 — so the remaining work is wording, not coverage.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Traditional↔challenger positioning score 0.178 across 14 banks, and its nearest neighbour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offer feels worth having: 4.3 vs peers 3.5 (+1.67 SD, rubric) · Persuasion levers used: 2.3 vs 1.3 (+1.61 SD, rubric) · Claims fast digital onboarding: 0.67 vs 0.15 (+1.42 SD) · Page height: 11,149px vs 6,412px (+1.42 SD) · Page brightness: 0.55 vs 0.34 (+1.40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Calls to action: 0.7 vs peers 5.6 (-1.00 SD) — still the largest negative gap. The earlier "2.0 vs 13.4" came from a counting bug that included navigation and footer links; re-derived 23/09.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 pages are brighter (d = -2.36) and show more without scrolling (d = -2.12); challengers are far likelier to show a rate and to frame the account as a subscription (each d = +2.00), and to target expats (d = +1.23).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 — and the rubric-sourced ones moved when the second human sheet was folded in, which is the point of measuring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Trends tab: search interest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Five years of weekly search interest per bank and product, Dan's flagged spikes, and the campaigns matched to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Trends: a guardrail with teeth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It measures what people searched for — never what a campaign achieved.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refuses to emit a per-page number, because a per-page column would end up regressed against page features and called performance.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tab carries the sentence itself, so no view can drop the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Recommendations no longer write from it (22/09): timing advice was the weakest thing this data supports, and was replaced by measured page-to-page benchmarks.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Absent Dan's export, the tab shows an empty state and nothing else is 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about the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news themes (reputation context).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search-interest group was removed on 22/09; Trends now selects three brands on attention alone and the tab reports what their pages measurably do differently from ING's.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section that implements a recommendation is boxed;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Coverage is partial and the overlap between any two raters is still thin, and six of the thirteen features sit below the agreement bar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Finish the two-raters-per-bank split — it takes the comparison from 30 usable features to about 40 —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Fill the remaining sheet rows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bank now has its rows, including the two English pages restored on 23/09; what is missing is filled scores, not sheets.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Savings, mortgage, pension, investment and term accounts are already collected (52 pages, 6 families); comparing each family the same way is the next step, plus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