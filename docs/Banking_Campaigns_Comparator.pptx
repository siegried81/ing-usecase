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Banking Campaigns Comparator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How Belgian banks communicate similar products differently,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000" b="0">
                <a:solidFill>
                  <a:srgbClr val="D8D8E0"/>
                </a:solidFill>
                <a:latin typeface="Helvetica Neue"/>
              </a:rPr>
              <a:t>and what ING can learn from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Two-week proof of concept for ING DACI / Customer AI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Siegried (marketing framework) · Dan (collection, extraction) · Stephane (analysis, GenAI)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A8A8B8"/>
                </a:solidFill>
                <a:latin typeface="Helvetica Neue"/>
              </a:rPr>
              <a:t>14 – 25 September 2026 · 11 banks · 13 current-account pages · 104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brief, and the constraint that shapes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Compare how Belgian banks communicate comparable products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Campaign pages only: the open web, one language, one product family at a time.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Turn that comparison into advice ING can act 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Measured differences, argued from named features — not opinion dressed as data.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hard constraint: no performance data exists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 clicks, no conversions, no sales. So nothing here may claim that a design choice caused an outcome.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Therefore every recommendation is a hypothesis to test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project's value is a defensible, repeatable measurement — and an honest statement of its limits.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This single constraint drives the guardrails you will see on every slide that follows.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we built,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measurement pipeline: 11 banks, 13 current-account pages, 104 declared features, one frozen contract.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scoring workflow: automatic extraction, model-assisted extraction, and a human rubric for the 13 judgement features.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An analysis library: positioning, similarity, category comparison, AI score, cross-sell, plus generated limitations.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business surfaces: a React web UI (Analysis, Trends, Reputation, Recommendations) and a Streamlit dashboard.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optional signals, both fenced off from the performance claim: search interest, and news themes.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generated ING website: ten pages built from the selected recommendations, in ING's house style.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Each of those pieces is the next few slides; the pipeline diagram overleaf is the 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pipeline,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direction, five stages. Every arrow is a script that can be re-run; the guardrail band holds at every stage.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A library with no I/O assumptions, thin CLI wrappers, and two callers — so no figure has a second definition.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How a number earns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agram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feature declares how it was produced, and that label travels all the way to the screen.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feature dictionary is the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104 features, each declaring three things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how it was extracted (automatic / rubric / model-assisted / derived), how it may be compared, and whether it is core or extended.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Everything else is derived from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dataset schema, the validator and the published feature dictionary are generated from the same YAML, so they cannot drift apart.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freeze rule: add, never rename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After the Day 2 freeze, columns may be added; renames and removals need all three of us, because analysis code depends on them.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Two checks, deliberately different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byte-equality test catches an accidental edit; the semantic freeze check catches a rename that happens to keep the bytes matching.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It grew twice, legitimately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3 features added after the freeze, and the bank list extended to 12 values — both additions, both recorded.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Collection and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robots.txt is checked live before every fetch, and fails closed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If robots.txt cannot be read, the URL is treated as not allowed. Every row carries robots_allowed; the validator refuses a row where it is false.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Pages are rendered, not just downloaded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headless browser reads the page as a visitor sees it, which also fills the geometry features — page height, above-fold elements, image area.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A quality gate judges the capture, not just the numbers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Two early captures passed every range check while being an empty JavaScript shell and a maintenance notice. capture_quality now travels with the row.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When a site will not serve us, a person saves the page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blocks automated traffic (HTTP 503) and Revolut's headless render is refused; the importer takes a browser-saved page, re-checks robots, and marks it manual_capture.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The dataset behind this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pages, 11 banks, 25 comparable features, nothing excluded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Argenta · Belfius · Beobank · bunq · Crelan · Hellobank · ING · KBC · N26 · Revolut · Vdk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Collected in Belgian French, for comparability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Word counts and readability are within-language features; mixing languages would silently drop eight of them from every comparison.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Split for like-for-like comparison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7 traditional banks and 3 challengers, compared one product family at a time — a mortgage page and a current-account page differ because the products differ.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dataset is not in git; the contract is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Snapshots and datasets are gitignored — reproducible from the stored HTML, but never mistaken for committed truth.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A snapshot is the honest shape for a finding: true for one dataset, one capture date, one scope.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Rubric scoring: people, plus a model as a third rater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13 features are judgements, not measurements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Clarity of the offer, layout archetype, AIDA coverage, persuasion levers — scored against a written scale, one sheet per rater.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Siegried has scored all 23 pages; Dan and Stephane are at 0/23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agreement figure needs two independent humans before it means anything, so this is the one open blocker.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model writes to its own sheet, never a pre-filled one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A pre-filled sheet gets rubber-stamped; as a separate rater, model-versus-human agreement is measurable with the same machinery.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Vision-only features stay human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The pinned model receives text, not screenshots, so scoring accent placement or layout from text would be guessing from the wrong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Analysis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Scope, focus and the verdict above the first number — the reader cannot see a figure without seeing what it covers.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the analysis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ING sits with the traditional banks, not the challengers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Traditional↔challenger positioning score 0.132 on the current dataset.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furthest above its peers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Persuasion techniques used: 3.5 vs peers 2.2 (+1.74 SD) · Figures quoted: 25.5 vs 12.1 (+1.61 SD) · Targeting students: 1.0 vs 0.3 (+1.53 SD).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Where ING is below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Calls to action: 3.0 vs peers 13.75 (-0.95 SD) — fewer explicit next steps than the market average.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What separates the two groups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People present (d = -2.71, traditional higher) and showing a rate (d = +2.71, challenger higher) are the cleanest splits; share of page that is imagery also differs (d = +2.10).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Read as description, not proof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With eleven banks these are descriptive effect sizes, not significance tests — and the rubric figures rest on one human rater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Trends tab: search interest as context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Five years of weekly search interest per bank and product, Dan's flagged spikes, and the campaigns matched to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Trends: a guardrail with teeth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It measures what people searched for — never what a campaign achieved.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refuses to emit a per-page number, because a per-page column would end up regressed against page features and called performance.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tab carries the sentence itself, so no view can drop the caveat.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Recommendations may use a slice of it for timing and focus — those are marked as trends-based, kept in their own group, and forbidden from citing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Absent Dan's export, the tab shows an empty state and nothing else is affected.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Reputation tab: what each bank is in the news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rep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Headline themes — innovation, crisis, results — counted, never scored for sentiment. Two news providers are merged, in three languages.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Reputation: themes, not sentiment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Sentiment scoring was out of scope; themes turn the brief's own 'reputation, innovations, crises' framing into a closed, countable list.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Two similarly named providers are supported at once (newsapi.org and newsapi.ai); headlines from both are merged and de-duplicated.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provider is queried in English, French and Dutch — Belgian bank news is mostly not in English.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module degrades to 'not configured' when no key is present, rather than inventing a number for a bank it has no data 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Themes are context about the bank, never evidence about the page.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Recommendations tab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recommend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The one place a model is allowed to opine: advice grounded in this run's numbers, each item shown next to the features it was argued from, and selectable.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Recommendations, and how they stay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recommendation names the measured features it was argued from; an invented feature id is dropped before the list is shown.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second, opt-in group can be added from search-interest context.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Those carry basis='trends' and a market context, render in their own visually separated group, and may not cite a page feature as evidence.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reader ticks the ones worth building; only the ticked subset reaches the site builder.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Nothing here re-runs collection or analysis — it reads one report and writes advice.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generated ING website, with explanations 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site_explanation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Each section that implements a recommendation is boxed; the (i) button opens the reasoning above it, and that section's glow switches to a slow yellow flicker.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Explanation mode: showing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Tick 'Explain each section' and every generated section that acts on a recommendation is boxed, with an (i) button and a one-sentence rationale in the page language.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Yellow flicker while an explanation is open — deliberately not ING orange, so the explanation state cannot be mistaken for the brand treatment.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A switch above the site turns the whole layer off, and the choice is remembered across the ten pages — so the same site can be shown as a normal site.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Every page gets at least one box; pages no recommendation targets borrow the site-wide advice that applies.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14141C"/>
                </a:solidFill>
                <a:latin typeface="Helvetica Neue"/>
              </a:rPr>
              <a:t>•  The first explained run produced copy about the recommendations themselves, so the page prompt now forbids meta copy and confines 'why' to the rationale.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400" b="1">
                <a:solidFill>
                  <a:srgbClr val="14141C"/>
                </a:solidFill>
                <a:latin typeface="Helvetica Neue"/>
              </a:rPr>
              <a:t>The same site, explanations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60120"/>
            <a:ext cx="1463040" cy="54864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site_explai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647" y="1325880"/>
            <a:ext cx="853440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623620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585868"/>
                </a:solidFill>
                <a:latin typeface="Helvetica Neue"/>
              </a:rPr>
              <a:t>One checkbox above the site hides every box, balloon and rationale — the identical pages, shown as a normal site.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What this cannot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No performance data exists here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Nothing links a design choice to a click, a conversion or a sale. Every recommendation is a hypothesis ING could test.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Small groups, by design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Three challengers against seven traditional banks, and most banks contribute a single page — so a group mean is an anecdote and an effect size describes separation, not significance.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The judgement features rest on one human rater today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Until Dan and Stephane finish their sheets, clarity, AIDA and persuasion carry a single rater plus the model.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Search interest is context, and covers part of the market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measures what people searched for, not what a campaign achieved, and the pages captured are today's pages.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Only the open web is covered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Social, in-app and email banners are out of scope — and may be where a bank's real communication happens.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14141C"/>
                </a:solidFill>
                <a:latin typeface="Helvetica Neue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585868"/>
                </a:solidFill>
                <a:latin typeface="Helvetica Neue"/>
              </a:rPr>
              <a:t>outputs/limitations.md is regenerated from the dataset on every run, so these cannot quietly go stale.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14141C"/>
                </a:solidFill>
                <a:latin typeface="Helvetica Neue"/>
              </a:rPr>
              <a:t>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15568"/>
            <a:ext cx="1463040" cy="64008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1. Finish the rubric session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Dan and Stephane's sheets, then report inter-rater agreement alongside the model's own sheet.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2. Recover the two blocked pages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BNP Paribas Fortis and Revolut via the manual-capture path, so the challenger side is not carried by two banks.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3. Re-run and re-export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rubric_sheet.py merge → run_analysis.py → export_web_report.py, then re-verify the narrative's figures.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4. Decide on outputs/ in git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It is regenerated on every run yet tracked, so each analysis leaves a large binary diff.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4141C"/>
                </a:solidFill>
                <a:latin typeface="Helvetica Neue"/>
              </a:rPr>
              <a:t>•  5. Then, if the team wants it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585868"/>
                </a:solidFill>
                <a:latin typeface="Helvetica Neue"/>
              </a:rPr>
              <a:t>     More product families (savings, mortgage) compared the same way, and a wider bank set.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Banking Campaigns Comparator · ING DACI / Customer AI ·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585868"/>
                </a:solidFill>
                <a:latin typeface="Helvetica Neue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2011680" cy="91440"/>
          </a:xfrm>
          <a:prstGeom prst="rect">
            <a:avLst/>
          </a:prstGeom>
          <a:solidFill>
            <a:srgbClr val="F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Measure one way. Label the trust. Claim only what the data supports.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The pipeline, the contract and the guardrails are in the repository: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B8B8C8"/>
                </a:solidFill>
                <a:latin typeface="Helvetica Neue"/>
              </a:rPr>
              <a:t>README.md · docs/design.md · docs/pipeline.md · web/README.md · docs/decisions.md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