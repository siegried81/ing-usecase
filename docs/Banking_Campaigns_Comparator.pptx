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9000"/>
  </p:notesMaster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90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0.28,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a:t>
            </a:r>
            <a:r>
              <a:rPr sz="1500" b="1" dirty="0">
                <a:solidFill>
                  <a:srgbClr val="14141C"/>
                </a:solidFill>
                <a:latin typeface="Helvetica Neue"/>
              </a:rPr>
              <a:t>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we publish no ranking, because no counting rule we tried reproduces a human count across all fourteen banks. What the pages do show is worth saying out loud. ING’s pack page carries nine clickable things and exactly one that opens an account — Se lancer — on a page eleven thousand pixels long. Plenty to click, almost nothing that converts.</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their pages share that ING’s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Images carry alt text</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4178300" y="1882101"/>
            <a:ext cx="177800" cy="177800"/>
          </a:xfrm>
          <a:prstGeom prst="ellipse">
            <a:avLst/>
          </a:prstGeom>
          <a:solidFill>
            <a:srgbClr val="FF6200"/>
          </a:solidFill>
          <a:ln>
            <a:noFill/>
          </a:ln>
        </p:spPr>
        <p:txBody>
          <a:bodyPr/>
          <a:lstStyle/>
          <a:p>
            <a:endParaRPr/>
          </a:p>
        </p:txBody>
      </p:sp>
      <p:sp>
        <p:nvSpPr>
          <p:cNvPr id="11" name="Oval"/>
          <p:cNvSpPr/>
          <p:nvPr/>
        </p:nvSpPr>
        <p:spPr>
          <a:xfrm>
            <a:off x="7531100"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+1.91 vs </a:t>
            </a:r>
            <a:r>
              <a:rPr sz="1200" b="0">
                <a:solidFill>
                  <a:srgbClr val="FF6200"/>
                </a:solidFill>
                <a:latin typeface="Helvetica Neue"/>
              </a:rPr>
              <a:t>−0.52</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Institutional trust signals</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4509504" y="2415501"/>
            <a:ext cx="177800" cy="177800"/>
          </a:xfrm>
          <a:prstGeom prst="ellipse">
            <a:avLst/>
          </a:prstGeom>
          <a:solidFill>
            <a:srgbClr val="FF6200"/>
          </a:solidFill>
          <a:ln>
            <a:noFill/>
          </a:ln>
        </p:spPr>
        <p:txBody>
          <a:bodyPr/>
          <a:lstStyle/>
          <a:p>
            <a:endParaRPr/>
          </a:p>
        </p:txBody>
      </p:sp>
      <p:sp>
        <p:nvSpPr>
          <p:cNvPr id="17" name="Oval"/>
          <p:cNvSpPr/>
          <p:nvPr/>
        </p:nvSpPr>
        <p:spPr>
          <a:xfrm>
            <a:off x="6303254"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+1.02 vs </a:t>
            </a:r>
            <a:r>
              <a:rPr sz="1200" b="0">
                <a:solidFill>
                  <a:srgbClr val="FF6200"/>
                </a:solidFill>
                <a:latin typeface="Helvetica Neue"/>
              </a:rPr>
              <a:t>−0.28</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Animated elements</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4140200" y="2948901"/>
            <a:ext cx="177800" cy="177800"/>
          </a:xfrm>
          <a:prstGeom prst="ellipse">
            <a:avLst/>
          </a:prstGeom>
          <a:solidFill>
            <a:srgbClr val="FF6200"/>
          </a:solidFill>
          <a:ln>
            <a:noFill/>
          </a:ln>
        </p:spPr>
        <p:txBody>
          <a:bodyPr/>
          <a:lstStyle/>
          <a:p>
            <a:endParaRPr/>
          </a:p>
        </p:txBody>
      </p:sp>
      <p:sp>
        <p:nvSpPr>
          <p:cNvPr id="23" name="Oval"/>
          <p:cNvSpPr/>
          <p:nvPr/>
        </p:nvSpPr>
        <p:spPr>
          <a:xfrm>
            <a:off x="6064250"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+0.85 vs </a:t>
            </a:r>
            <a:r>
              <a:rPr sz="1200" b="0">
                <a:solidFill>
                  <a:srgbClr val="FF6200"/>
                </a:solidFill>
                <a:latin typeface="Helvetica Neue"/>
              </a:rPr>
              <a:t>−0.55</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This shows what their pages measurably do differently —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1883664"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13</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2"/>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3"/>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4"/>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2"/>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3"/>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4"/>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2"/>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3"/>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4"/>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5"/>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6"/>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2"/>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150</TotalTime>
  <Words>5255</Words>
  <Application>Microsoft Office PowerPoint</Application>
  <PresentationFormat>Widescreen</PresentationFormat>
  <Paragraphs>425</Paragraphs>
  <Slides>41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3</cp:revision>
  <dcterms:created xsi:type="dcterms:W3CDTF">2013-01-27T09:14:16Z</dcterms:created>
  <dcterms:modified xsi:type="dcterms:W3CDTF">2026-09-24T06:27:12Z</dcterms:modified>
  <cp:category/>
</cp:coreProperties>
</file>